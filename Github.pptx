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A691E9-F676-4B1A-9D5F-2A8825272395}" type="datetimeFigureOut">
              <a:rPr lang="en-US" smtClean="0"/>
              <a:t>26/06/2016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4074668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A691E9-F676-4B1A-9D5F-2A8825272395}" type="datetimeFigureOut">
              <a:rPr lang="en-US" smtClean="0"/>
              <a:t>26/06/2016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4086026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A691E9-F676-4B1A-9D5F-2A8825272395}" type="datetimeFigureOut">
              <a:rPr lang="en-US" smtClean="0"/>
              <a:t>26/06/2016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4155225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A691E9-F676-4B1A-9D5F-2A8825272395}" type="datetimeFigureOut">
              <a:rPr lang="en-US" smtClean="0"/>
              <a:t>26/06/2016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2803287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A691E9-F676-4B1A-9D5F-2A8825272395}" type="datetimeFigureOut">
              <a:rPr lang="en-US" smtClean="0"/>
              <a:t>26/06/2016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350340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A691E9-F676-4B1A-9D5F-2A8825272395}" type="datetimeFigureOut">
              <a:rPr lang="en-US" smtClean="0"/>
              <a:t>26/06/2016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3652371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A691E9-F676-4B1A-9D5F-2A8825272395}" type="datetimeFigureOut">
              <a:rPr lang="en-US" smtClean="0"/>
              <a:t>26/06/2016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427399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A691E9-F676-4B1A-9D5F-2A8825272395}" type="datetimeFigureOut">
              <a:rPr lang="en-US" smtClean="0"/>
              <a:t>26/06/2016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197801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A691E9-F676-4B1A-9D5F-2A8825272395}" type="datetimeFigureOut">
              <a:rPr lang="en-US" smtClean="0"/>
              <a:t>26/06/2016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2113217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A691E9-F676-4B1A-9D5F-2A8825272395}" type="datetimeFigureOut">
              <a:rPr lang="en-US" smtClean="0"/>
              <a:t>26/06/2016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1391847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A691E9-F676-4B1A-9D5F-2A8825272395}" type="datetimeFigureOut">
              <a:rPr lang="en-US" smtClean="0"/>
              <a:t>26/06/2016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00F550-AF03-4F42-91CF-F278AEF3DD85}" type="slidenum">
              <a:rPr lang="en-US" smtClean="0"/>
              <a:t>‹#›</a:t>
            </a:fld>
            <a:endParaRPr lang="en-US"/>
          </a:p>
        </p:txBody>
      </p:sp>
    </p:spTree>
    <p:extLst>
      <p:ext uri="{BB962C8B-B14F-4D97-AF65-F5344CB8AC3E}">
        <p14:creationId xmlns:p14="http://schemas.microsoft.com/office/powerpoint/2010/main" val="2721791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A691E9-F676-4B1A-9D5F-2A8825272395}" type="datetimeFigureOut">
              <a:rPr lang="en-US" smtClean="0"/>
              <a:t>26/06/2016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00F550-AF03-4F42-91CF-F278AEF3DD85}" type="slidenum">
              <a:rPr lang="en-US" smtClean="0"/>
              <a:t>‹#›</a:t>
            </a:fld>
            <a:endParaRPr lang="en-US"/>
          </a:p>
        </p:txBody>
      </p:sp>
    </p:spTree>
    <p:extLst>
      <p:ext uri="{BB962C8B-B14F-4D97-AF65-F5344CB8AC3E}">
        <p14:creationId xmlns:p14="http://schemas.microsoft.com/office/powerpoint/2010/main" val="1938242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libgit2/libgit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Github </a:t>
            </a:r>
            <a:r>
              <a:rPr lang="en-US" dirty="0"/>
              <a:t>S</a:t>
            </a:r>
            <a:r>
              <a:rPr lang="en-US" dirty="0" smtClean="0"/>
              <a:t>implified</a:t>
            </a:r>
            <a:endParaRPr lang="en-US" dirty="0"/>
          </a:p>
        </p:txBody>
      </p:sp>
      <p:sp>
        <p:nvSpPr>
          <p:cNvPr id="3" name="Subtitle 2"/>
          <p:cNvSpPr>
            <a:spLocks noGrp="1"/>
          </p:cNvSpPr>
          <p:nvPr>
            <p:ph type="subTitle" idx="1"/>
          </p:nvPr>
        </p:nvSpPr>
        <p:spPr/>
        <p:txBody>
          <a:bodyPr/>
          <a:lstStyle/>
          <a:p>
            <a:r>
              <a:rPr lang="en-US" dirty="0" smtClean="0"/>
              <a:t>By:- Simranjit Singh </a:t>
            </a:r>
            <a:r>
              <a:rPr lang="en-US" dirty="0" err="1" smtClean="0"/>
              <a:t>Monga</a:t>
            </a:r>
            <a:endParaRPr lang="en-US" dirty="0"/>
          </a:p>
        </p:txBody>
      </p:sp>
    </p:spTree>
    <p:extLst>
      <p:ext uri="{BB962C8B-B14F-4D97-AF65-F5344CB8AC3E}">
        <p14:creationId xmlns:p14="http://schemas.microsoft.com/office/powerpoint/2010/main" val="15808108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 Control</a:t>
            </a:r>
            <a:endParaRPr lang="en-US" dirty="0"/>
          </a:p>
        </p:txBody>
      </p:sp>
      <p:sp>
        <p:nvSpPr>
          <p:cNvPr id="3" name="Content Placeholder 2"/>
          <p:cNvSpPr>
            <a:spLocks noGrp="1"/>
          </p:cNvSpPr>
          <p:nvPr>
            <p:ph idx="1"/>
          </p:nvPr>
        </p:nvSpPr>
        <p:spPr/>
        <p:txBody>
          <a:bodyPr/>
          <a:lstStyle/>
          <a:p>
            <a:r>
              <a:rPr lang="en-US" dirty="0" smtClean="0"/>
              <a:t>What is Version Control?</a:t>
            </a:r>
          </a:p>
          <a:p>
            <a:r>
              <a:rPr lang="en-US" dirty="0" smtClean="0"/>
              <a:t>Why should you care?</a:t>
            </a:r>
          </a:p>
          <a:p>
            <a:endParaRPr lang="en-US" dirty="0"/>
          </a:p>
          <a:p>
            <a:endParaRPr lang="en-US" dirty="0" smtClean="0"/>
          </a:p>
          <a:p>
            <a:r>
              <a:rPr lang="en-US" dirty="0" smtClean="0"/>
              <a:t>Version control is a system that record changes to a file or set of files over time so that you can recall specific versions later.</a:t>
            </a:r>
            <a:endParaRPr lang="en-US" dirty="0"/>
          </a:p>
        </p:txBody>
      </p:sp>
    </p:spTree>
    <p:extLst>
      <p:ext uri="{BB962C8B-B14F-4D97-AF65-F5344CB8AC3E}">
        <p14:creationId xmlns:p14="http://schemas.microsoft.com/office/powerpoint/2010/main" val="33246756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Version Control System</a:t>
            </a:r>
            <a:endParaRPr lang="en-US" dirty="0"/>
          </a:p>
        </p:txBody>
      </p:sp>
      <p:sp>
        <p:nvSpPr>
          <p:cNvPr id="3" name="Content Placeholder 2"/>
          <p:cNvSpPr>
            <a:spLocks noGrp="1"/>
          </p:cNvSpPr>
          <p:nvPr>
            <p:ph idx="1"/>
          </p:nvPr>
        </p:nvSpPr>
        <p:spPr/>
        <p:txBody>
          <a:bodyPr/>
          <a:lstStyle/>
          <a:p>
            <a:r>
              <a:rPr lang="en-GB" dirty="0"/>
              <a:t>Many people’s version-control method of choice is to copy files into another </a:t>
            </a:r>
            <a:r>
              <a:rPr lang="en-GB" dirty="0" smtClean="0"/>
              <a:t>directory.</a:t>
            </a:r>
          </a:p>
          <a:p>
            <a:r>
              <a:rPr lang="en-GB" dirty="0" smtClean="0"/>
              <a:t>Common and simple approach.</a:t>
            </a:r>
          </a:p>
          <a:p>
            <a:r>
              <a:rPr lang="en-US" dirty="0" smtClean="0"/>
              <a:t>Incredibly </a:t>
            </a:r>
            <a:r>
              <a:rPr lang="en-US" dirty="0"/>
              <a:t>error </a:t>
            </a:r>
            <a:r>
              <a:rPr lang="en-US" dirty="0" smtClean="0"/>
              <a:t>prone.</a:t>
            </a:r>
          </a:p>
          <a:p>
            <a:r>
              <a:rPr lang="en-GB" dirty="0"/>
              <a:t>It is easy to forget which directory you’re in and accidentally write to the wrong file or copy over files you don’t mean </a:t>
            </a:r>
            <a:r>
              <a:rPr lang="en-GB" dirty="0" smtClean="0"/>
              <a:t>to.</a:t>
            </a:r>
          </a:p>
          <a:p>
            <a:r>
              <a:rPr lang="en-GB" dirty="0" smtClean="0"/>
              <a:t>Collaboration</a:t>
            </a:r>
            <a:endParaRPr lang="en-US" dirty="0"/>
          </a:p>
        </p:txBody>
      </p:sp>
    </p:spTree>
    <p:extLst>
      <p:ext uri="{BB962C8B-B14F-4D97-AF65-F5344CB8AC3E}">
        <p14:creationId xmlns:p14="http://schemas.microsoft.com/office/powerpoint/2010/main" val="18044965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563" y="52476"/>
            <a:ext cx="10515600" cy="1325563"/>
          </a:xfrm>
        </p:spPr>
        <p:txBody>
          <a:bodyPr/>
          <a:lstStyle/>
          <a:p>
            <a:r>
              <a:rPr lang="en-US" dirty="0" smtClean="0"/>
              <a:t>Centralized Version Control System</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6677" y="1378039"/>
            <a:ext cx="9633396" cy="4798924"/>
          </a:xfrm>
        </p:spPr>
      </p:pic>
    </p:spTree>
    <p:extLst>
      <p:ext uri="{BB962C8B-B14F-4D97-AF65-F5344CB8AC3E}">
        <p14:creationId xmlns:p14="http://schemas.microsoft.com/office/powerpoint/2010/main" val="4299098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Version Control System</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4558" y="1477894"/>
            <a:ext cx="7959144" cy="5032375"/>
          </a:xfrm>
        </p:spPr>
      </p:pic>
    </p:spTree>
    <p:extLst>
      <p:ext uri="{BB962C8B-B14F-4D97-AF65-F5344CB8AC3E}">
        <p14:creationId xmlns:p14="http://schemas.microsoft.com/office/powerpoint/2010/main" val="9429531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Git :- Three States</a:t>
            </a:r>
            <a:endParaRPr lang="en-US" dirty="0"/>
          </a:p>
        </p:txBody>
      </p:sp>
      <p:sp>
        <p:nvSpPr>
          <p:cNvPr id="3" name="Content Placeholder 2"/>
          <p:cNvSpPr>
            <a:spLocks noGrp="1"/>
          </p:cNvSpPr>
          <p:nvPr>
            <p:ph idx="1"/>
          </p:nvPr>
        </p:nvSpPr>
        <p:spPr/>
        <p:txBody>
          <a:bodyPr/>
          <a:lstStyle/>
          <a:p>
            <a:r>
              <a:rPr lang="en-US" dirty="0" smtClean="0"/>
              <a:t>Committed :- Data is safely stored in your local database </a:t>
            </a:r>
          </a:p>
          <a:p>
            <a:r>
              <a:rPr lang="en-US" dirty="0" smtClean="0"/>
              <a:t>Modified :-You have changed the file but have not committed it to your database yet.</a:t>
            </a:r>
          </a:p>
          <a:p>
            <a:r>
              <a:rPr lang="en-US" dirty="0" smtClean="0"/>
              <a:t>Staged :- You have marked a modified file in its current version to go into your commit snapshot.</a:t>
            </a:r>
          </a:p>
          <a:p>
            <a:endParaRPr lang="en-US" dirty="0"/>
          </a:p>
        </p:txBody>
      </p:sp>
    </p:spTree>
    <p:extLst>
      <p:ext uri="{BB962C8B-B14F-4D97-AF65-F5344CB8AC3E}">
        <p14:creationId xmlns:p14="http://schemas.microsoft.com/office/powerpoint/2010/main" val="42474344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Graphical Representation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305" y="1493949"/>
            <a:ext cx="5679582" cy="5048517"/>
          </a:xfrm>
        </p:spPr>
      </p:pic>
      <p:sp>
        <p:nvSpPr>
          <p:cNvPr id="5" name="Content Placeholder 2"/>
          <p:cNvSpPr txBox="1">
            <a:spLocks/>
          </p:cNvSpPr>
          <p:nvPr/>
        </p:nvSpPr>
        <p:spPr>
          <a:xfrm>
            <a:off x="6310648" y="1249251"/>
            <a:ext cx="5043152" cy="49277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smtClean="0"/>
              <a:t>Git Directory: - Git stores metadata and object database for your project.</a:t>
            </a:r>
          </a:p>
          <a:p>
            <a:r>
              <a:rPr lang="en-GB" sz="2000" dirty="0"/>
              <a:t>The working directory is a single checkout of one version of the project. These files are pulled out of the compressed database in the Git directory and placed on disk for you to use or modify</a:t>
            </a:r>
            <a:r>
              <a:rPr lang="en-GB" sz="2000" dirty="0" smtClean="0"/>
              <a:t>.</a:t>
            </a:r>
          </a:p>
          <a:p>
            <a:r>
              <a:rPr lang="en-GB" sz="2000" dirty="0"/>
              <a:t>The staging area is a file, generally contained in your Git directory, that stores information about what will go into your next commit. It’s sometimes referred to as the “index”, but it’s also common to refer to it as the staging area.</a:t>
            </a:r>
            <a:endParaRPr lang="en-US" sz="2000" dirty="0"/>
          </a:p>
        </p:txBody>
      </p:sp>
    </p:spTree>
    <p:extLst>
      <p:ext uri="{BB962C8B-B14F-4D97-AF65-F5344CB8AC3E}">
        <p14:creationId xmlns:p14="http://schemas.microsoft.com/office/powerpoint/2010/main" val="22882249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fontScale="90000"/>
          </a:bodyPr>
          <a:lstStyle/>
          <a:p>
            <a:r>
              <a:rPr lang="en-GB" dirty="0" smtClean="0"/>
              <a:t>The basic Git workflow goes something like this:</a:t>
            </a:r>
            <a:br>
              <a:rPr lang="en-GB" dirty="0" smtClean="0"/>
            </a:br>
            <a:endParaRPr lang="en-US" dirty="0"/>
          </a:p>
        </p:txBody>
      </p:sp>
      <p:sp>
        <p:nvSpPr>
          <p:cNvPr id="3" name="Content Placeholder 2"/>
          <p:cNvSpPr>
            <a:spLocks noGrp="1"/>
          </p:cNvSpPr>
          <p:nvPr>
            <p:ph idx="1"/>
          </p:nvPr>
        </p:nvSpPr>
        <p:spPr/>
        <p:txBody>
          <a:bodyPr/>
          <a:lstStyle/>
          <a:p>
            <a:r>
              <a:rPr lang="en-GB" dirty="0" smtClean="0"/>
              <a:t>You </a:t>
            </a:r>
            <a:r>
              <a:rPr lang="en-GB" dirty="0"/>
              <a:t>modify files in your working directory.</a:t>
            </a:r>
          </a:p>
          <a:p>
            <a:r>
              <a:rPr lang="en-GB" dirty="0"/>
              <a:t>You stage the files, adding snapshots of them to your staging area.</a:t>
            </a:r>
          </a:p>
          <a:p>
            <a:r>
              <a:rPr lang="en-GB" dirty="0"/>
              <a:t>You do a commit, which takes the files as they are in the staging area and stores that snapshot permanently to your Git directory.</a:t>
            </a:r>
          </a:p>
          <a:p>
            <a:endParaRPr lang="en-US" dirty="0"/>
          </a:p>
        </p:txBody>
      </p:sp>
    </p:spTree>
    <p:extLst>
      <p:ext uri="{BB962C8B-B14F-4D97-AF65-F5344CB8AC3E}">
        <p14:creationId xmlns:p14="http://schemas.microsoft.com/office/powerpoint/2010/main" val="34374571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Git Installation &amp; Updates</a:t>
            </a:r>
            <a:endParaRPr lang="en-US" dirty="0"/>
          </a:p>
        </p:txBody>
      </p:sp>
      <p:sp>
        <p:nvSpPr>
          <p:cNvPr id="3" name="Content Placeholder 2"/>
          <p:cNvSpPr>
            <a:spLocks noGrp="1"/>
          </p:cNvSpPr>
          <p:nvPr>
            <p:ph idx="1"/>
          </p:nvPr>
        </p:nvSpPr>
        <p:spPr/>
        <p:txBody>
          <a:bodyPr/>
          <a:lstStyle/>
          <a:p>
            <a:pPr lvl="0"/>
            <a:r>
              <a:rPr kumimoji="0" lang="en-US" b="0" i="0" u="none" strike="noStrike" cap="none" normalizeH="0" baseline="0" dirty="0" smtClean="0">
                <a:ln>
                  <a:noFill/>
                </a:ln>
                <a:solidFill>
                  <a:srgbClr val="333333"/>
                </a:solidFill>
                <a:effectLst/>
                <a:latin typeface="Courier New" panose="02070309020205020404" pitchFamily="49" charset="0"/>
              </a:rPr>
              <a:t>https://git-scm.com/downloads</a:t>
            </a:r>
          </a:p>
          <a:p>
            <a:pPr lvl="0"/>
            <a:r>
              <a:rPr kumimoji="0" lang="en-US" b="0" i="0" u="none" strike="noStrike" cap="none" normalizeH="0" baseline="0" dirty="0" smtClean="0">
                <a:ln>
                  <a:noFill/>
                </a:ln>
                <a:solidFill>
                  <a:srgbClr val="333333"/>
                </a:solidFill>
                <a:effectLst/>
                <a:latin typeface="Courier New" panose="02070309020205020404" pitchFamily="49" charset="0"/>
              </a:rPr>
              <a:t>git clone git://git.kernel.org/pub/scm/git/git.git</a:t>
            </a:r>
            <a:r>
              <a:rPr kumimoji="0" lang="en-US" b="0" i="0" u="none" strike="noStrike" cap="none" normalizeH="0" baseline="0" dirty="0" smtClean="0">
                <a:ln>
                  <a:noFill/>
                </a:ln>
                <a:solidFill>
                  <a:schemeClr val="tx1"/>
                </a:solidFill>
                <a:effectLst/>
              </a:rPr>
              <a:t> </a:t>
            </a:r>
            <a:endParaRPr kumimoji="0" lang="en-US" b="0" i="0" u="none" strike="noStrike" cap="none" normalizeH="0" baseline="0" dirty="0" smtClean="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42316240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time git setup</a:t>
            </a:r>
            <a:endParaRPr lang="en-US" dirty="0"/>
          </a:p>
        </p:txBody>
      </p:sp>
      <p:sp>
        <p:nvSpPr>
          <p:cNvPr id="3" name="Content Placeholder 2"/>
          <p:cNvSpPr>
            <a:spLocks noGrp="1"/>
          </p:cNvSpPr>
          <p:nvPr>
            <p:ph idx="1"/>
          </p:nvPr>
        </p:nvSpPr>
        <p:spPr/>
        <p:txBody>
          <a:bodyPr/>
          <a:lstStyle/>
          <a:p>
            <a:r>
              <a:rPr lang="en-US" dirty="0" smtClean="0"/>
              <a:t>$ git config –global user.name “SimranjitSinghMonga”</a:t>
            </a:r>
          </a:p>
          <a:p>
            <a:r>
              <a:rPr lang="en-US" dirty="0" smtClean="0"/>
              <a:t>$ git config –global user.email “Simran_monga2003@Hotmail.com”</a:t>
            </a:r>
            <a:endParaRPr lang="en-US" dirty="0"/>
          </a:p>
        </p:txBody>
      </p:sp>
    </p:spTree>
    <p:extLst>
      <p:ext uri="{BB962C8B-B14F-4D97-AF65-F5344CB8AC3E}">
        <p14:creationId xmlns:p14="http://schemas.microsoft.com/office/powerpoint/2010/main" val="4887209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2</a:t>
            </a:r>
            <a:endParaRPr lang="en-US" dirty="0"/>
          </a:p>
        </p:txBody>
      </p:sp>
      <p:sp>
        <p:nvSpPr>
          <p:cNvPr id="3" name="Text Placeholder 2"/>
          <p:cNvSpPr>
            <a:spLocks noGrp="1"/>
          </p:cNvSpPr>
          <p:nvPr>
            <p:ph type="body" idx="1"/>
          </p:nvPr>
        </p:nvSpPr>
        <p:spPr/>
        <p:txBody>
          <a:bodyPr/>
          <a:lstStyle/>
          <a:p>
            <a:r>
              <a:rPr lang="en-US" b="1" dirty="0"/>
              <a:t>Getting a Git Repository</a:t>
            </a:r>
          </a:p>
          <a:p>
            <a:endParaRPr lang="en-US" dirty="0"/>
          </a:p>
        </p:txBody>
      </p:sp>
    </p:spTree>
    <p:extLst>
      <p:ext uri="{BB962C8B-B14F-4D97-AF65-F5344CB8AC3E}">
        <p14:creationId xmlns:p14="http://schemas.microsoft.com/office/powerpoint/2010/main" val="24687336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927" y="0"/>
            <a:ext cx="10515600" cy="1325563"/>
          </a:xfrm>
        </p:spPr>
        <p:txBody>
          <a:bodyPr/>
          <a:lstStyle/>
          <a:p>
            <a:r>
              <a:rPr lang="en-US" dirty="0" smtClean="0"/>
              <a:t>First Way:- Creating new repository</a:t>
            </a:r>
            <a:endParaRPr lang="en-US" dirty="0"/>
          </a:p>
        </p:txBody>
      </p:sp>
      <p:sp>
        <p:nvSpPr>
          <p:cNvPr id="3" name="Content Placeholder 2"/>
          <p:cNvSpPr>
            <a:spLocks noGrp="1"/>
          </p:cNvSpPr>
          <p:nvPr>
            <p:ph idx="1"/>
          </p:nvPr>
        </p:nvSpPr>
        <p:spPr>
          <a:xfrm>
            <a:off x="670775" y="1040013"/>
            <a:ext cx="10515600" cy="5669880"/>
          </a:xfrm>
        </p:spPr>
        <p:txBody>
          <a:bodyPr>
            <a:normAutofit/>
          </a:bodyPr>
          <a:lstStyle/>
          <a:p>
            <a:r>
              <a:rPr lang="en-GB" sz="2400" b="1" dirty="0"/>
              <a:t>If you’re starting to track an existing project in Git, you need to go to the project’s directory and </a:t>
            </a:r>
            <a:r>
              <a:rPr lang="en-GB" sz="2400" b="1" dirty="0" smtClean="0"/>
              <a:t>type</a:t>
            </a:r>
          </a:p>
          <a:p>
            <a:pPr lvl="1"/>
            <a:r>
              <a:rPr lang="en-GB" b="1" dirty="0" smtClean="0"/>
              <a:t>git init</a:t>
            </a:r>
          </a:p>
          <a:p>
            <a:pPr lvl="0"/>
            <a:r>
              <a:rPr lang="en-US" sz="2400" b="1" dirty="0"/>
              <a:t>This creates a new subdirectory named .git that contains all of your necessary repository files – a Git repository skeleton </a:t>
            </a:r>
          </a:p>
          <a:p>
            <a:r>
              <a:rPr lang="en-GB" sz="2400" b="1" dirty="0"/>
              <a:t>If you want to start version-controlling existing files </a:t>
            </a:r>
            <a:r>
              <a:rPr lang="en-GB" sz="2400" b="1" dirty="0" smtClean="0"/>
              <a:t>, </a:t>
            </a:r>
            <a:r>
              <a:rPr lang="en-GB" sz="2400" b="1" dirty="0"/>
              <a:t>you should probably begin tracking those files and do an initial </a:t>
            </a:r>
            <a:r>
              <a:rPr lang="en-GB" sz="2400" b="1" dirty="0" smtClean="0"/>
              <a:t>commit</a:t>
            </a:r>
          </a:p>
          <a:p>
            <a:pPr lvl="1"/>
            <a:r>
              <a:rPr lang="en-GB" b="1" dirty="0" err="1" smtClean="0"/>
              <a:t>E.g</a:t>
            </a:r>
            <a:r>
              <a:rPr lang="en-GB" b="1" dirty="0" smtClean="0"/>
              <a:t>  git add .</a:t>
            </a:r>
          </a:p>
          <a:p>
            <a:pPr lvl="1"/>
            <a:r>
              <a:rPr lang="en-GB" b="1" dirty="0"/>
              <a:t>g</a:t>
            </a:r>
            <a:r>
              <a:rPr lang="en-GB" b="1" dirty="0" smtClean="0"/>
              <a:t>it add *.c</a:t>
            </a:r>
          </a:p>
          <a:p>
            <a:pPr lvl="1"/>
            <a:r>
              <a:rPr lang="en-GB" b="1" dirty="0"/>
              <a:t>g</a:t>
            </a:r>
            <a:r>
              <a:rPr lang="en-GB" b="1" dirty="0" smtClean="0"/>
              <a:t>it add licence</a:t>
            </a:r>
          </a:p>
          <a:p>
            <a:r>
              <a:rPr lang="en-GB" sz="2400" b="1" dirty="0" smtClean="0"/>
              <a:t>Commit changes</a:t>
            </a:r>
          </a:p>
          <a:p>
            <a:pPr lvl="1"/>
            <a:r>
              <a:rPr lang="en-GB" b="1" dirty="0"/>
              <a:t>g</a:t>
            </a:r>
            <a:r>
              <a:rPr lang="en-GB" b="1" dirty="0" smtClean="0"/>
              <a:t>it commit –m “initial project version”</a:t>
            </a:r>
          </a:p>
          <a:p>
            <a:endParaRPr lang="en-GB" dirty="0" smtClean="0"/>
          </a:p>
          <a:p>
            <a:pPr lvl="1"/>
            <a:endParaRPr lang="en-GB" dirty="0" smtClean="0"/>
          </a:p>
          <a:p>
            <a:pPr marL="0" indent="0">
              <a:buNone/>
            </a:pPr>
            <a:endParaRPr lang="en-US" dirty="0"/>
          </a:p>
        </p:txBody>
      </p:sp>
      <p:sp>
        <p:nvSpPr>
          <p:cNvPr id="5" name="Rectangle 2"/>
          <p:cNvSpPr>
            <a:spLocks noChangeArrowheads="1"/>
          </p:cNvSpPr>
          <p:nvPr/>
        </p:nvSpPr>
        <p:spPr bwMode="auto">
          <a:xfrm>
            <a:off x="760927" y="-383375"/>
            <a:ext cx="184731" cy="48341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33532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Way :-</a:t>
            </a:r>
            <a:endParaRPr lang="en-US" dirty="0"/>
          </a:p>
        </p:txBody>
      </p:sp>
      <p:sp>
        <p:nvSpPr>
          <p:cNvPr id="3" name="Content Placeholder 2"/>
          <p:cNvSpPr>
            <a:spLocks noGrp="1"/>
          </p:cNvSpPr>
          <p:nvPr>
            <p:ph idx="1"/>
          </p:nvPr>
        </p:nvSpPr>
        <p:spPr/>
        <p:txBody>
          <a:bodyPr/>
          <a:lstStyle/>
          <a:p>
            <a:r>
              <a:rPr lang="en-US" dirty="0" smtClean="0"/>
              <a:t>Clone other projects</a:t>
            </a:r>
          </a:p>
          <a:p>
            <a:pPr lvl="1"/>
            <a:r>
              <a:rPr lang="en-US" dirty="0"/>
              <a:t>g</a:t>
            </a:r>
            <a:r>
              <a:rPr lang="en-US" dirty="0" smtClean="0"/>
              <a:t>it clone </a:t>
            </a:r>
            <a:r>
              <a:rPr lang="en-US" dirty="0" smtClean="0">
                <a:hlinkClick r:id="rId2"/>
              </a:rPr>
              <a:t>https://github.com/libgit2/libgit2</a:t>
            </a:r>
            <a:endParaRPr lang="en-US" dirty="0" smtClean="0"/>
          </a:p>
          <a:p>
            <a:pPr lvl="1"/>
            <a:r>
              <a:rPr lang="en-US" dirty="0" smtClean="0"/>
              <a:t>It will create directory with the same name as of repository “ligbit2”</a:t>
            </a:r>
          </a:p>
          <a:p>
            <a:r>
              <a:rPr lang="en-US" dirty="0" smtClean="0"/>
              <a:t>Second option :</a:t>
            </a:r>
          </a:p>
          <a:p>
            <a:pPr lvl="1"/>
            <a:r>
              <a:rPr lang="en-US" dirty="0" smtClean="0"/>
              <a:t>Git clone </a:t>
            </a:r>
            <a:r>
              <a:rPr lang="en-US" dirty="0" smtClean="0">
                <a:hlinkClick r:id="rId2"/>
              </a:rPr>
              <a:t>https://github.com/libgit2/libgit2</a:t>
            </a:r>
            <a:r>
              <a:rPr lang="en-US" dirty="0" smtClean="0"/>
              <a:t> Simran</a:t>
            </a:r>
          </a:p>
          <a:p>
            <a:pPr lvl="1"/>
            <a:r>
              <a:rPr lang="en-US" dirty="0" smtClean="0"/>
              <a:t>It will create directory with your given name </a:t>
            </a:r>
          </a:p>
          <a:p>
            <a:pPr lvl="1"/>
            <a:endParaRPr lang="en-US" dirty="0" smtClean="0"/>
          </a:p>
          <a:p>
            <a:pPr lvl="1"/>
            <a:endParaRPr lang="en-US" dirty="0"/>
          </a:p>
          <a:p>
            <a:pPr marL="457200" lvl="1" indent="0">
              <a:buNone/>
            </a:pPr>
            <a:endParaRPr lang="en-US" dirty="0"/>
          </a:p>
        </p:txBody>
      </p:sp>
    </p:spTree>
    <p:extLst>
      <p:ext uri="{BB962C8B-B14F-4D97-AF65-F5344CB8AC3E}">
        <p14:creationId xmlns:p14="http://schemas.microsoft.com/office/powerpoint/2010/main" val="4413322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Recording Changes to the Repository</a:t>
            </a:r>
            <a:endParaRPr lang="en-US" dirty="0"/>
          </a:p>
        </p:txBody>
      </p:sp>
      <p:sp>
        <p:nvSpPr>
          <p:cNvPr id="3" name="Content Placeholder 2"/>
          <p:cNvSpPr>
            <a:spLocks noGrp="1"/>
          </p:cNvSpPr>
          <p:nvPr>
            <p:ph idx="1"/>
          </p:nvPr>
        </p:nvSpPr>
        <p:spPr/>
        <p:txBody>
          <a:bodyPr/>
          <a:lstStyle/>
          <a:p>
            <a:r>
              <a:rPr lang="en-GB" dirty="0"/>
              <a:t>You have a bona fide Git repository and a checkout or working copy of the files for that </a:t>
            </a:r>
            <a:r>
              <a:rPr lang="en-GB" dirty="0" smtClean="0"/>
              <a:t>project</a:t>
            </a:r>
          </a:p>
          <a:p>
            <a:r>
              <a:rPr lang="en-GB" dirty="0"/>
              <a:t>You need to make some changes and commit snapshots of those changes into your repository each time the project reaches a state you want to record</a:t>
            </a:r>
            <a:r>
              <a:rPr lang="en-GB" dirty="0" smtClean="0"/>
              <a:t>.</a:t>
            </a:r>
          </a:p>
          <a:p>
            <a:r>
              <a:rPr lang="en-GB" dirty="0"/>
              <a:t>Remember that each file in your working directory can be in one of two states: tracked or untracked. Tracked files are files that were in the last snapshot; they can be unmodified, modified, or staged. </a:t>
            </a:r>
            <a:endParaRPr lang="en-US" dirty="0"/>
          </a:p>
        </p:txBody>
      </p:sp>
    </p:spTree>
    <p:extLst>
      <p:ext uri="{BB962C8B-B14F-4D97-AF65-F5344CB8AC3E}">
        <p14:creationId xmlns:p14="http://schemas.microsoft.com/office/powerpoint/2010/main" val="24478474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Recording Changes to the Repository</a:t>
            </a:r>
            <a:endParaRPr lang="en-US" dirty="0"/>
          </a:p>
        </p:txBody>
      </p:sp>
      <p:sp>
        <p:nvSpPr>
          <p:cNvPr id="3" name="Content Placeholder 2"/>
          <p:cNvSpPr>
            <a:spLocks noGrp="1"/>
          </p:cNvSpPr>
          <p:nvPr>
            <p:ph idx="1"/>
          </p:nvPr>
        </p:nvSpPr>
        <p:spPr/>
        <p:txBody>
          <a:bodyPr>
            <a:normAutofit/>
          </a:bodyPr>
          <a:lstStyle/>
          <a:p>
            <a:r>
              <a:rPr lang="en-GB" sz="2000" dirty="0"/>
              <a:t>Untracked files are </a:t>
            </a:r>
            <a:r>
              <a:rPr lang="en-GB" sz="2000" dirty="0" smtClean="0"/>
              <a:t>everything </a:t>
            </a:r>
            <a:r>
              <a:rPr lang="en-GB" sz="2000" dirty="0"/>
              <a:t>else – any files in your working directory that were not in your last snapshot and are not in your staging </a:t>
            </a:r>
            <a:r>
              <a:rPr lang="en-GB" sz="2000" dirty="0" smtClean="0"/>
              <a:t>area.</a:t>
            </a:r>
          </a:p>
          <a:p>
            <a:r>
              <a:rPr lang="en-GB" sz="2000" dirty="0"/>
              <a:t> When you first clone a repository, all of your files will be tracked and unmodified because Git just checked them out and you haven’t edited </a:t>
            </a:r>
            <a:r>
              <a:rPr lang="en-GB" sz="2000" dirty="0" smtClean="0"/>
              <a:t>anything .</a:t>
            </a:r>
          </a:p>
          <a:p>
            <a:r>
              <a:rPr lang="en-GB" sz="2000" dirty="0"/>
              <a:t>As you edit files, Git sees them as modified, because you’ve changed them since your last commit. You stage these modified files and then commit all your staged changes, and the cycle repeats.</a:t>
            </a:r>
            <a:endParaRPr lang="en-GB" sz="2000" dirty="0" smtClean="0"/>
          </a:p>
        </p:txBody>
      </p:sp>
    </p:spTree>
    <p:extLst>
      <p:ext uri="{BB962C8B-B14F-4D97-AF65-F5344CB8AC3E}">
        <p14:creationId xmlns:p14="http://schemas.microsoft.com/office/powerpoint/2010/main" val="35662394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Graphical Representation..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53150"/>
            <a:ext cx="10336369" cy="4151435"/>
          </a:xfrm>
        </p:spPr>
      </p:pic>
    </p:spTree>
    <p:extLst>
      <p:ext uri="{BB962C8B-B14F-4D97-AF65-F5344CB8AC3E}">
        <p14:creationId xmlns:p14="http://schemas.microsoft.com/office/powerpoint/2010/main" val="42393246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Checking the status of your file.</a:t>
            </a:r>
            <a:endParaRPr lang="en-US" dirty="0"/>
          </a:p>
        </p:txBody>
      </p:sp>
      <p:sp>
        <p:nvSpPr>
          <p:cNvPr id="3" name="Content Placeholder 2"/>
          <p:cNvSpPr>
            <a:spLocks noGrp="1"/>
          </p:cNvSpPr>
          <p:nvPr>
            <p:ph idx="1"/>
          </p:nvPr>
        </p:nvSpPr>
        <p:spPr/>
        <p:txBody>
          <a:bodyPr>
            <a:normAutofit/>
          </a:bodyPr>
          <a:lstStyle/>
          <a:p>
            <a:r>
              <a:rPr lang="en-US" dirty="0" smtClean="0"/>
              <a:t>git status to check current status</a:t>
            </a:r>
          </a:p>
          <a:p>
            <a:pPr marL="0" indent="0">
              <a:buNone/>
            </a:pPr>
            <a:r>
              <a:rPr lang="en-US" dirty="0"/>
              <a:t>	</a:t>
            </a:r>
            <a:r>
              <a:rPr lang="en-US" dirty="0" smtClean="0"/>
              <a:t>git status</a:t>
            </a:r>
          </a:p>
          <a:p>
            <a:pPr marL="0" indent="0">
              <a:buNone/>
            </a:pPr>
            <a:endParaRPr lang="en-US" dirty="0" smtClean="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685" y="2863930"/>
            <a:ext cx="7289441" cy="2274728"/>
          </a:xfrm>
          <a:prstGeom prst="rect">
            <a:avLst/>
          </a:prstGeom>
        </p:spPr>
      </p:pic>
    </p:spTree>
    <p:extLst>
      <p:ext uri="{BB962C8B-B14F-4D97-AF65-F5344CB8AC3E}">
        <p14:creationId xmlns:p14="http://schemas.microsoft.com/office/powerpoint/2010/main" val="36292625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Let’s say you have added  a new file , now when you will run git status command :-</a:t>
            </a:r>
          </a:p>
          <a:p>
            <a:pPr lvl="1"/>
            <a:r>
              <a:rPr lang="en-US" dirty="0"/>
              <a:t>g</a:t>
            </a:r>
            <a:r>
              <a:rPr lang="en-US" dirty="0" smtClean="0"/>
              <a:t>it status</a:t>
            </a:r>
          </a:p>
          <a:p>
            <a:pPr lvl="1"/>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9179" y="3164590"/>
            <a:ext cx="7893642" cy="2754796"/>
          </a:xfrm>
          <a:prstGeom prst="rect">
            <a:avLst/>
          </a:prstGeom>
        </p:spPr>
      </p:pic>
    </p:spTree>
    <p:extLst>
      <p:ext uri="{BB962C8B-B14F-4D97-AF65-F5344CB8AC3E}">
        <p14:creationId xmlns:p14="http://schemas.microsoft.com/office/powerpoint/2010/main" val="23131272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Track New File</a:t>
            </a:r>
            <a:endParaRPr lang="en-US" dirty="0"/>
          </a:p>
        </p:txBody>
      </p:sp>
      <p:sp>
        <p:nvSpPr>
          <p:cNvPr id="3" name="Content Placeholder 2"/>
          <p:cNvSpPr>
            <a:spLocks noGrp="1"/>
          </p:cNvSpPr>
          <p:nvPr>
            <p:ph idx="1"/>
          </p:nvPr>
        </p:nvSpPr>
        <p:spPr/>
        <p:txBody>
          <a:bodyPr/>
          <a:lstStyle/>
          <a:p>
            <a:r>
              <a:rPr lang="en-US" dirty="0" smtClean="0"/>
              <a:t>git add </a:t>
            </a:r>
            <a:r>
              <a:rPr lang="en-US" dirty="0" err="1" smtClean="0"/>
              <a:t>EArrayList</a:t>
            </a:r>
            <a:endParaRPr lang="en-US" dirty="0" smtClean="0"/>
          </a:p>
          <a:p>
            <a:endParaRPr lang="en-US" dirty="0"/>
          </a:p>
          <a:p>
            <a:endParaRPr lang="en-US" dirty="0" smtClean="0"/>
          </a:p>
          <a:p>
            <a:endParaRPr lang="en-US" dirty="0"/>
          </a:p>
          <a:p>
            <a:endParaRPr lang="en-US" dirty="0" smtClean="0"/>
          </a:p>
          <a:p>
            <a:endParaRPr lang="en-US" dirty="0"/>
          </a:p>
          <a:p>
            <a:r>
              <a:rPr lang="en-US" dirty="0" err="1" smtClean="0"/>
              <a:t>git</a:t>
            </a:r>
            <a:r>
              <a:rPr lang="en-US" dirty="0" smtClean="0"/>
              <a:t> checkout </a:t>
            </a:r>
            <a:r>
              <a:rPr lang="en-US" dirty="0" err="1" smtClean="0"/>
              <a:t>EArrayList</a:t>
            </a:r>
            <a:r>
              <a:rPr lang="en-US" dirty="0" smtClean="0"/>
              <a:t> :- It will </a:t>
            </a:r>
            <a:r>
              <a:rPr lang="en-US" dirty="0" err="1" smtClean="0"/>
              <a:t>uncommit</a:t>
            </a:r>
            <a:r>
              <a:rPr lang="en-US" dirty="0" smtClean="0"/>
              <a:t> changes.</a:t>
            </a:r>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3194" y="2587843"/>
            <a:ext cx="7959144" cy="1881126"/>
          </a:xfrm>
          <a:prstGeom prst="rect">
            <a:avLst/>
          </a:prstGeom>
        </p:spPr>
      </p:pic>
    </p:spTree>
    <p:extLst>
      <p:ext uri="{BB962C8B-B14F-4D97-AF65-F5344CB8AC3E}">
        <p14:creationId xmlns:p14="http://schemas.microsoft.com/office/powerpoint/2010/main" val="34947095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 History</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59745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Viewing the Commit History</a:t>
            </a:r>
            <a:endParaRPr lang="en-US" dirty="0"/>
          </a:p>
        </p:txBody>
      </p:sp>
      <p:sp>
        <p:nvSpPr>
          <p:cNvPr id="3" name="Content Placeholder 2"/>
          <p:cNvSpPr>
            <a:spLocks noGrp="1"/>
          </p:cNvSpPr>
          <p:nvPr>
            <p:ph idx="1"/>
          </p:nvPr>
        </p:nvSpPr>
        <p:spPr/>
        <p:txBody>
          <a:bodyPr/>
          <a:lstStyle/>
          <a:p>
            <a:r>
              <a:rPr lang="en-US" dirty="0"/>
              <a:t> </a:t>
            </a:r>
            <a:r>
              <a:rPr lang="en-US" dirty="0" err="1" smtClean="0"/>
              <a:t>git</a:t>
            </a:r>
            <a:r>
              <a:rPr lang="en-US" dirty="0" smtClean="0"/>
              <a:t> log</a:t>
            </a:r>
          </a:p>
          <a:p>
            <a:r>
              <a:rPr lang="en-US" dirty="0"/>
              <a:t> </a:t>
            </a:r>
            <a:r>
              <a:rPr lang="en-US" dirty="0" err="1" smtClean="0"/>
              <a:t>git</a:t>
            </a:r>
            <a:r>
              <a:rPr lang="en-US" dirty="0" smtClean="0"/>
              <a:t> log –p -2 to see difference between two entries</a:t>
            </a:r>
          </a:p>
          <a:p>
            <a:r>
              <a:rPr lang="en-US" dirty="0" smtClean="0"/>
              <a:t> </a:t>
            </a:r>
            <a:r>
              <a:rPr lang="en-US" dirty="0" err="1" smtClean="0"/>
              <a:t>git</a:t>
            </a:r>
            <a:r>
              <a:rPr lang="en-US" dirty="0" smtClean="0"/>
              <a:t> log –stat</a:t>
            </a:r>
          </a:p>
          <a:p>
            <a:endParaRPr lang="en-US" dirty="0"/>
          </a:p>
        </p:txBody>
      </p:sp>
    </p:spTree>
    <p:extLst>
      <p:ext uri="{BB962C8B-B14F-4D97-AF65-F5344CB8AC3E}">
        <p14:creationId xmlns:p14="http://schemas.microsoft.com/office/powerpoint/2010/main" val="4086888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push</a:t>
            </a:r>
            <a:br>
              <a:rPr lang="en-US" dirty="0" smtClean="0"/>
            </a:br>
            <a:endParaRPr lang="en-US" dirty="0"/>
          </a:p>
        </p:txBody>
      </p:sp>
      <p:sp>
        <p:nvSpPr>
          <p:cNvPr id="3" name="Content Placeholder 2"/>
          <p:cNvSpPr>
            <a:spLocks noGrp="1"/>
          </p:cNvSpPr>
          <p:nvPr>
            <p:ph idx="1"/>
          </p:nvPr>
        </p:nvSpPr>
        <p:spPr/>
        <p:txBody>
          <a:bodyPr/>
          <a:lstStyle/>
          <a:p>
            <a:r>
              <a:rPr lang="en-GB" dirty="0"/>
              <a:t>git remote add origin </a:t>
            </a:r>
          </a:p>
          <a:p>
            <a:endParaRPr lang="en-GB" dirty="0"/>
          </a:p>
          <a:p>
            <a:r>
              <a:rPr lang="en-GB" dirty="0"/>
              <a:t>https://github.com/SimranjitSinghMonga/Example.git</a:t>
            </a:r>
          </a:p>
          <a:p>
            <a:r>
              <a:rPr lang="en-GB" dirty="0"/>
              <a:t>git push -u origin </a:t>
            </a:r>
            <a:r>
              <a:rPr lang="en-GB" dirty="0" smtClean="0"/>
              <a:t>master</a:t>
            </a:r>
          </a:p>
          <a:p>
            <a:r>
              <a:rPr lang="en-GB" dirty="0" smtClean="0"/>
              <a:t>Git checkout –b </a:t>
            </a:r>
            <a:r>
              <a:rPr lang="en-GB" dirty="0" err="1" smtClean="0"/>
              <a:t>branchname</a:t>
            </a:r>
            <a:endParaRPr lang="en-US" dirty="0"/>
          </a:p>
        </p:txBody>
      </p:sp>
    </p:spTree>
    <p:extLst>
      <p:ext uri="{BB962C8B-B14F-4D97-AF65-F5344CB8AC3E}">
        <p14:creationId xmlns:p14="http://schemas.microsoft.com/office/powerpoint/2010/main" val="401860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Thank You</a:t>
            </a:r>
            <a:endParaRPr lang="en-US"/>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03528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656</Words>
  <Application>Microsoft Office PowerPoint</Application>
  <PresentationFormat>Widescreen</PresentationFormat>
  <Paragraphs>89</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Courier New</vt:lpstr>
      <vt:lpstr>Office Theme</vt:lpstr>
      <vt:lpstr>Github Simplified</vt:lpstr>
      <vt:lpstr>Version Control</vt:lpstr>
      <vt:lpstr>Local Version Control System</vt:lpstr>
      <vt:lpstr>Centralized Version Control System</vt:lpstr>
      <vt:lpstr>Distributed Version Control System</vt:lpstr>
      <vt:lpstr>Git :- Three States</vt:lpstr>
      <vt:lpstr>Graphical Representation</vt:lpstr>
      <vt:lpstr>The basic Git workflow goes something like this: </vt:lpstr>
      <vt:lpstr>Git Installation &amp; Updates</vt:lpstr>
      <vt:lpstr>First time git setup</vt:lpstr>
      <vt:lpstr>Section 2</vt:lpstr>
      <vt:lpstr>First Way:- Creating new repository</vt:lpstr>
      <vt:lpstr>Second Way :-</vt:lpstr>
      <vt:lpstr>Recording Changes to the Repository</vt:lpstr>
      <vt:lpstr>Recording Changes to the Repository</vt:lpstr>
      <vt:lpstr>Graphical Representation..</vt:lpstr>
      <vt:lpstr>Checking the status of your file.</vt:lpstr>
      <vt:lpstr>PowerPoint Presentation</vt:lpstr>
      <vt:lpstr>Track New File</vt:lpstr>
      <vt:lpstr>Commit History</vt:lpstr>
      <vt:lpstr>Viewing the Commit History</vt:lpstr>
      <vt:lpstr>Remote push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Simran Singh</dc:creator>
  <cp:lastModifiedBy>Simran Singh</cp:lastModifiedBy>
  <cp:revision>95</cp:revision>
  <dcterms:created xsi:type="dcterms:W3CDTF">2016-06-22T09:23:50Z</dcterms:created>
  <dcterms:modified xsi:type="dcterms:W3CDTF">2016-06-26T03:50:30Z</dcterms:modified>
</cp:coreProperties>
</file>